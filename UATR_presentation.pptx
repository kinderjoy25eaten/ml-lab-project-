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Underwater Acoustic Target Recognition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ship type from its underwater sound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33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6334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sea, little labelled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346704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4670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DeepShip: Tug, Cargo, Tanker, Passenger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59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5993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al., IEEE Sensors J., 2024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Idea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feature is not enough. Fuse several, keep the best, classify with a deep CNN.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</a:t>
            </a:r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87752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8775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GFCC</a:t>
            </a:r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30098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CQT</a:t>
            </a:r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014216"/>
            <a:ext cx="2011680" cy="566928"/>
          </a:xfrm>
          <a:prstGeom prst="roundRect">
            <a:avLst>
              <a:gd name="adj" fmla="val 16129"/>
            </a:avLst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0142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LOFAR</a:t>
            </a:r>
            <a:pPr algn="ctr"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50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063240" y="24231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24231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MGCL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features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983480" y="24231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83480" y="24231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Delta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features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03720" y="2423160"/>
            <a:ext cx="1508760" cy="1280160"/>
          </a:xfrm>
          <a:prstGeom prst="roundRect">
            <a:avLst>
              <a:gd name="adj" fmla="val 7143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03720" y="2423160"/>
            <a:ext cx="1508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 kept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3063240" y="402336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= how each feature changes over time.  NCA = drops useless features.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11480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5D5D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11480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kHz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2860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91056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5D5D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91056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/ hop 128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596896" y="22860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770632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5D5D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70632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features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76472" y="22860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950208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950208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 → 83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56048" y="22860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129784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5D5D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29784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K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frames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135624" y="22860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conv + FC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2286000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488936" y="1920240"/>
            <a:ext cx="1024128" cy="1371600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12700">
            <a:solidFill>
              <a:srgbClr val="C5D5D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88936" y="1920240"/>
            <a:ext cx="1024128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classes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types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 removed  |  SGD momentum, batch 5, lr 0.001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97.29%</a:t>
            </a:r>
            <a:endParaRPr lang="en-US" sz="5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test accuracy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4663440" y="1280160"/>
            <a:ext cx="3749040" cy="1828800"/>
          </a:xfrm>
          <a:prstGeom prst="roundRect">
            <a:avLst>
              <a:gd name="adj" fmla="val 6000"/>
            </a:avLst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63440" y="1280160"/>
            <a:ext cx="3749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99.32%</a:t>
            </a:r>
            <a:endParaRPr lang="en-US" sz="54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run test accuracy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4290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recall, F1: all 99.3%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 kept 83 of 268 features (paper: 96)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3:1 split; recording-level test is the next check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 + Delta: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than any single feature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148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NCA: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better features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ResNet18: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 on 4 ship types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D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recording-level split, noise tests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Underwater Acoustic Target Recognition</dc:title>
  <dc:subject>PptxGenJS Presentation</dc:subject>
  <dc:creator>PptxGenJS</dc:creator>
  <cp:lastModifiedBy>PptxGenJS</cp:lastModifiedBy>
  <cp:revision>1</cp:revision>
  <dcterms:created xsi:type="dcterms:W3CDTF">2026-10-28T16:53:49Z</dcterms:created>
  <dcterms:modified xsi:type="dcterms:W3CDTF">2026-10-28T16:53:49Z</dcterms:modified>
</cp:coreProperties>
</file>